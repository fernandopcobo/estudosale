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84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8" r:id="rId22"/>
    <p:sldId id="279" r:id="rId23"/>
    <p:sldId id="280" r:id="rId24"/>
    <p:sldId id="281" r:id="rId25"/>
    <p:sldId id="282" r:id="rId26"/>
    <p:sldId id="283" r:id="rId2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0F55-3A28-4BBB-9EE2-715330BBD6B3}" type="datetimeFigureOut">
              <a:rPr lang="pt-BR" smtClean="0"/>
              <a:pPr/>
              <a:t>26/08/2023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6ADA8-358B-48B9-BA05-79A1FDEFA9D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0F55-3A28-4BBB-9EE2-715330BBD6B3}" type="datetimeFigureOut">
              <a:rPr lang="pt-BR" smtClean="0"/>
              <a:pPr/>
              <a:t>26/08/2023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6ADA8-358B-48B9-BA05-79A1FDEFA9D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0F55-3A28-4BBB-9EE2-715330BBD6B3}" type="datetimeFigureOut">
              <a:rPr lang="pt-BR" smtClean="0"/>
              <a:pPr/>
              <a:t>26/08/2023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6ADA8-358B-48B9-BA05-79A1FDEFA9D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0F55-3A28-4BBB-9EE2-715330BBD6B3}" type="datetimeFigureOut">
              <a:rPr lang="pt-BR" smtClean="0"/>
              <a:pPr/>
              <a:t>26/08/2023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6ADA8-358B-48B9-BA05-79A1FDEFA9D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0F55-3A28-4BBB-9EE2-715330BBD6B3}" type="datetimeFigureOut">
              <a:rPr lang="pt-BR" smtClean="0"/>
              <a:pPr/>
              <a:t>26/08/2023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6ADA8-358B-48B9-BA05-79A1FDEFA9D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0F55-3A28-4BBB-9EE2-715330BBD6B3}" type="datetimeFigureOut">
              <a:rPr lang="pt-BR" smtClean="0"/>
              <a:pPr/>
              <a:t>26/08/2023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6ADA8-358B-48B9-BA05-79A1FDEFA9D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0F55-3A28-4BBB-9EE2-715330BBD6B3}" type="datetimeFigureOut">
              <a:rPr lang="pt-BR" smtClean="0"/>
              <a:pPr/>
              <a:t>26/08/2023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6ADA8-358B-48B9-BA05-79A1FDEFA9D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0F55-3A28-4BBB-9EE2-715330BBD6B3}" type="datetimeFigureOut">
              <a:rPr lang="pt-BR" smtClean="0"/>
              <a:pPr/>
              <a:t>26/08/2023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6ADA8-358B-48B9-BA05-79A1FDEFA9D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com Único Canto Aparado e Arredondado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ângulo retângulo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0F55-3A28-4BBB-9EE2-715330BBD6B3}" type="datetimeFigureOut">
              <a:rPr lang="pt-BR" smtClean="0"/>
              <a:pPr/>
              <a:t>26/08/2023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936ADA8-358B-48B9-BA05-79A1FDEFA9D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10" name="Forma livre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a livre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0F55-3A28-4BBB-9EE2-715330BBD6B3}" type="datetimeFigureOut">
              <a:rPr lang="pt-BR" smtClean="0"/>
              <a:pPr/>
              <a:t>26/08/2023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6ADA8-358B-48B9-BA05-79A1FDEFA9D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0F55-3A28-4BBB-9EE2-715330BBD6B3}" type="datetimeFigureOut">
              <a:rPr lang="pt-BR" smtClean="0"/>
              <a:pPr/>
              <a:t>26/08/2023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6ADA8-358B-48B9-BA05-79A1FDEFA9D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11D0F55-3A28-4BBB-9EE2-715330BBD6B3}" type="datetimeFigureOut">
              <a:rPr lang="pt-BR" smtClean="0"/>
              <a:pPr/>
              <a:t>26/08/2023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936ADA8-358B-48B9-BA05-79A1FDEFA9D2}" type="slidenum">
              <a:rPr lang="pt-BR" smtClean="0"/>
              <a:pPr/>
              <a:t>‹nº›</a:t>
            </a:fld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orma liv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a liv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258203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PROJETO DE CONTROLADORES</a:t>
            </a:r>
            <a:br>
              <a:rPr lang="en-US" dirty="0"/>
            </a:br>
            <a:r>
              <a:rPr lang="en-US" dirty="0"/>
              <a:t>POR REALIMENTAÇÃO DE ESTADOS</a:t>
            </a:r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928662" y="5715016"/>
            <a:ext cx="7286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Prof. Dr. </a:t>
            </a:r>
            <a:r>
              <a:rPr lang="en-US" dirty="0" err="1"/>
              <a:t>Renato</a:t>
            </a:r>
            <a:r>
              <a:rPr lang="en-US" dirty="0"/>
              <a:t> de </a:t>
            </a:r>
            <a:r>
              <a:rPr lang="en-US" dirty="0" err="1"/>
              <a:t>Aguiar</a:t>
            </a:r>
            <a:r>
              <a:rPr lang="en-US" dirty="0"/>
              <a:t> T. Mendes                         UNISALESIANO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285860"/>
            <a:ext cx="6748871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57290" y="2071678"/>
            <a:ext cx="612457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28860" y="714356"/>
            <a:ext cx="3781425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28728" y="1500174"/>
            <a:ext cx="616389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85918" y="1500174"/>
            <a:ext cx="5580094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28662" y="642918"/>
            <a:ext cx="69723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480" y="4000504"/>
            <a:ext cx="5895975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85852" y="1285860"/>
            <a:ext cx="6629400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728" y="4143380"/>
            <a:ext cx="5962650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428604"/>
            <a:ext cx="4486275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072198" y="1571612"/>
            <a:ext cx="2019141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66813" y="2486025"/>
            <a:ext cx="6810375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142984"/>
            <a:ext cx="6848475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57290" y="5072074"/>
            <a:ext cx="54102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857232"/>
            <a:ext cx="645795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357290" y="4357694"/>
            <a:ext cx="6219825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785794"/>
            <a:ext cx="4124325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00150" y="1824038"/>
            <a:ext cx="6743700" cy="32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785794"/>
            <a:ext cx="6905625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285852" y="3429000"/>
            <a:ext cx="5905500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8713" y="1471613"/>
            <a:ext cx="6886575" cy="391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6288" y="1023938"/>
            <a:ext cx="7591425" cy="481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28700" y="1147763"/>
            <a:ext cx="7086600" cy="456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9663" y="1881188"/>
            <a:ext cx="6924675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3438" y="1100138"/>
            <a:ext cx="7477125" cy="465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1538" y="1824038"/>
            <a:ext cx="7400925" cy="32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6300" y="1195388"/>
            <a:ext cx="739140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33463" y="1281113"/>
            <a:ext cx="7077075" cy="429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7750" y="1214438"/>
            <a:ext cx="7048500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1550" y="1357313"/>
            <a:ext cx="7200900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xo">
  <a:themeElements>
    <a:clrScheme name="Flux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x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x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145</TotalTime>
  <Words>19</Words>
  <Application>Microsoft Office PowerPoint</Application>
  <PresentationFormat>Apresentação na tela (4:3)</PresentationFormat>
  <Paragraphs>2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0" baseType="lpstr">
      <vt:lpstr>Calibri</vt:lpstr>
      <vt:lpstr>Constantia</vt:lpstr>
      <vt:lpstr>Wingdings 2</vt:lpstr>
      <vt:lpstr>Fluxo</vt:lpstr>
      <vt:lpstr>PROJETO DE CONTROLADORES POR REALIMENTAÇÃO DE ESTADOS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Usuario</dc:creator>
  <cp:lastModifiedBy>Win10</cp:lastModifiedBy>
  <cp:revision>7</cp:revision>
  <dcterms:created xsi:type="dcterms:W3CDTF">2015-10-21T17:39:53Z</dcterms:created>
  <dcterms:modified xsi:type="dcterms:W3CDTF">2023-08-26T12:14:46Z</dcterms:modified>
</cp:coreProperties>
</file>